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NENgx6vNxdj1QM09uGGE+2icx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OpenSans-boldItalic.fntdata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10" Type="http://schemas.openxmlformats.org/officeDocument/2006/relationships/image" Target="../media/image7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393808" y="28546389"/>
            <a:ext cx="29303969" cy="9759750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939017" y="13344236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30011233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-1" y="4700167"/>
            <a:ext cx="28813765" cy="148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i="0" lang="en-US" sz="11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ROBÔ CIRURGIÃO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2404768" y="6355587"/>
            <a:ext cx="24286089" cy="1661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Alan Turing, John von Neumann, Claude Shannon, Ada Lovelace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Albert Einstein, Isaac Newton, James Clerk Maxwell, Richard Feynman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5353293" y="15839628"/>
            <a:ext cx="1243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5925350" y="31719851"/>
            <a:ext cx="11400000" cy="57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CORTEX. Food Service no Brasil. Disponível em: https://encurtador.com.br/ybdo Acesso em: 3 mai. 2026. 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NIELSEN, J. 10 Usability Heuristics. NN/g, 2020. Disponível em:https://encurtador.com.br/YeHe Acesso em: 3 mai. 2026.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MDN. JavaScript, HTML e CSS. Mozilla. Disponível em: https://developer.mozilla.org. Acesso em: 3 mai. 2026.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95875" y="31834150"/>
            <a:ext cx="12562800" cy="46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As tecnologias e ferramentas que utilizamos no processo de desenvolvimento do projeto foram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0296" lvl="1" marL="74059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Char char="•"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Frontend -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HTML, CSS, React 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370296" lvl="1" marL="74059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Char char="•"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Backend -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JavaScript, Node.js, SqLite 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370296" lvl="1" marL="74059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Char char="•"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Ferramentas -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Figma, VSCode, Krita </a:t>
            </a:r>
            <a:endParaRPr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95870" y="10985309"/>
            <a:ext cx="12562800" cy="7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Nosso cliente iniciou seu negócio enfrentando dificuldades de acessar e captar fornecedores confiáveis para o seu e-commerce. Para superar essa limitação, busca expandir sua atuação para um modelo Marketplace B2B. No entanto, atualmente ainda enfrenta desafios como: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Estruturar conexões B2B de forma eficient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e.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Dificuldade em dar visibilidade a produtos de desova (FIFO).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Risco de fraude no cadastro de usuários.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70066" y="21468609"/>
            <a:ext cx="12562800" cy="57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Desenvolver uma plataforma Marketplace B2B Web de Alimentos, que funcione como um Hub de Anúncios conectando fornecedores e compradores de forma segura e estruturada, reduzindo o tempo de negociação inicial e facilitando a tomada de decisão no mercado B2B. Plataforma com acesso multi-perfil, gestão de anúncios, busca com filtros, sistema de avaliação e moderação administrativa.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617816" y="10880630"/>
            <a:ext cx="11904300" cy="49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Hermes é um marketplace B2B de alimentos que conecta fornecedores e compradores por meio de um hub de anúncios, facilitando o encontro entre oferta e demanda.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b="1" lang="en-US" sz="3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dentidade e design —</a:t>
            </a:r>
            <a:r>
              <a:rPr lang="en-US" sz="3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Aproximando a usabilidade B2C ao B2B, tornamos a plataforma mais acessível e intuitiva para fornecedores e compradores, facilitando a captação.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5714839" y="22595610"/>
            <a:ext cx="11652000" cy="85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Funcionalidades — </a:t>
            </a:r>
            <a:r>
              <a:rPr lang="en-US" sz="3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plataforma contempla gestão de anúncios, cadastro, autenticação, busca e avaliação de usuários. Conta com áreas estratégicas para destacar anúncios, como uma seção de ofertas rápidas, uma seção de dicas para compradores e painéis com indicadores para fornecedores e administradores. </a:t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 Hermes atua como um facilitador de negócios, redefinindo a forma como empresas se conectam no mercado B2B de alimentos.</a:t>
            </a:r>
            <a:r>
              <a:rPr lang="en-US" sz="3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p1" title="Group 5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95925" y="27170710"/>
            <a:ext cx="7204180" cy="2552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" title="Landing page (Desktop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360075" y="16249013"/>
            <a:ext cx="1975857" cy="6177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" title="Logi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662775" y="17762450"/>
            <a:ext cx="3283657" cy="233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" title="Cadastro (1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194650" y="17762450"/>
            <a:ext cx="3283650" cy="2335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